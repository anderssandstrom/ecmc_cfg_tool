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00"/>
    <p:restoredTop sz="94658"/>
  </p:normalViewPr>
  <p:slideViewPr>
    <p:cSldViewPr snapToGrid="0">
      <p:cViewPr>
        <p:scale>
          <a:sx n="86" d="100"/>
          <a:sy n="86" d="100"/>
        </p:scale>
        <p:origin x="-120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A76F-8A92-BA79-CE22-5C380A069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58A68-E2E7-0EF2-C4B5-4BAFBA214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D438F-5FB6-FD7C-82EA-42E590DD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E8D7-86FA-504E-8AE9-81380D4E9518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57305-20FC-C387-ABA9-E5DC0F593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5F0D0-9F18-F9F5-38FD-54E59B50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1612-6352-6840-BFDE-9E557058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66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B6FBF-7A28-58CE-A41D-A7F31F16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0AE28-215B-1C02-94AA-D1487D505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C5B09-6529-CC6A-936F-FF3B9BEB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E8D7-86FA-504E-8AE9-81380D4E9518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F0106-6A9F-95D5-8DBA-8BBD5F122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1004C-8A51-BB2E-1EEB-AEDC6048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1612-6352-6840-BFDE-9E557058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26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E3E63-B00F-2865-CB4D-E267ED79B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4BE51-4667-044E-AAFD-2534679D2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FBEF6-B327-F15D-1E20-F7E6D904B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E8D7-86FA-504E-8AE9-81380D4E9518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66C9E-890C-BDDB-374B-EDBE76756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D3068-EB38-2918-C25E-05BDCEA2F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1612-6352-6840-BFDE-9E557058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1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82148-4271-3DAC-ECF1-2B17E0EA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B15DA-CEF2-24C0-9A66-35199CED9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4DB08-A25F-6AB7-DB35-389B662A1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1A4A3-6F27-786B-EAF1-3451BAEF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E8D7-86FA-504E-8AE9-81380D4E9518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DB794-C1D1-229B-C4C6-718191BA0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596D1-F958-AB5A-6B14-D732E453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1612-6352-6840-BFDE-9E557058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61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52A9A-957B-99EA-183E-5543A9357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7280F-B11C-3EA1-E6EA-B211AD14E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D49BA-EBE9-ABC1-BD42-941B239B2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43C8C-08D4-9DE9-E43D-DAC250D9F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1B6E5C-62FB-5C21-B582-9637349AB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CE2B27-B267-8540-A404-AD3F889D5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E8D7-86FA-504E-8AE9-81380D4E9518}" type="datetimeFigureOut">
              <a:rPr lang="en-US" smtClean="0"/>
              <a:t>2/21/26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287924-13C6-2373-3E95-1FDBA3C1D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BB222F-62B4-1DF7-96D3-6E274CA5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1612-6352-6840-BFDE-9E557058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94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96AF3-F55C-D75D-90C8-A09524FA4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60C926-39E9-56F3-49E3-8363B727C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E8D7-86FA-504E-8AE9-81380D4E9518}" type="datetimeFigureOut">
              <a:rPr lang="en-US" smtClean="0"/>
              <a:t>2/21/26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45AB8-0BC3-6068-753D-9910B8ADA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94FE3-655A-BFB1-F78F-325A26C73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1612-6352-6840-BFDE-9E557058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1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CDB936-F95D-DDDC-7D23-37D82C04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E8D7-86FA-504E-8AE9-81380D4E9518}" type="datetimeFigureOut">
              <a:rPr lang="en-US" smtClean="0"/>
              <a:t>2/21/26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728F2C-0A55-B91A-44AE-11823239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E90D0-06A7-D1F2-AF05-652474929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1612-6352-6840-BFDE-9E557058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90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611D8-6BFA-9CF9-13CB-E79FD64D2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9CA75-9B36-C8D6-3FB5-9FF56EE30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63D8D-C4C0-BD64-2AC9-57F60A179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509E5-E3EB-66AB-0464-FB3FB4A5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E8D7-86FA-504E-8AE9-81380D4E9518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16FC3-A558-91B8-2BFC-2BDEED748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4370C-DE5F-4DAF-EE4A-63A1D958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1612-6352-6840-BFDE-9E557058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35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190E-5802-3F08-426F-FAE0E0E1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414079-9E63-6A60-7AAA-941C45613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23B2D-E5FC-51F0-0058-6887CF1D8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82007-3463-47D3-338D-AAF0D078C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E8D7-86FA-504E-8AE9-81380D4E9518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B1296-18CF-057E-CE05-E3BA712A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E10C3-EF3C-CADF-A1A4-92F687E7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1612-6352-6840-BFDE-9E557058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78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4A52-A46A-0298-9C0A-5EF7920D2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B476D-A803-9CBE-885A-D00B01728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7D378-25F6-D444-B803-A971C7D4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E8D7-86FA-504E-8AE9-81380D4E9518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EFEF2-843D-23D5-CE8E-6DA3D99B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3B874-E9A1-2EC6-C666-0AE7BFBC3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1612-6352-6840-BFDE-9E557058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3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B502E9-6BFB-38FD-8F24-DED2EE0DE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470E3-9654-3202-EE03-6544E1021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1816A-8FB9-764C-B7C5-2BD31F8F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E8D7-86FA-504E-8AE9-81380D4E9518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CCBA5-24A9-B919-C792-7FE857AD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3206E-C1D3-C0F5-6B57-EEE437014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1612-6352-6840-BFDE-9E557058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29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5AAC60-DE9C-A328-6482-A526B96A2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1EA51-03E8-FB76-1468-725D0C21E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6735E-9283-353E-1D8E-D98FE5DF3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5E8D7-86FA-504E-8AE9-81380D4E9518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B4FB0-14AC-85CC-2B56-01D049D82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DD453-A639-D77B-2749-AEA818233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F1612-6352-6840-BFDE-9E557058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D59EF85-E900-6288-53DC-4B68270B1BD7}"/>
              </a:ext>
            </a:extLst>
          </p:cNvPr>
          <p:cNvCxnSpPr>
            <a:cxnSpLocks/>
          </p:cNvCxnSpPr>
          <p:nvPr/>
        </p:nvCxnSpPr>
        <p:spPr>
          <a:xfrm flipV="1">
            <a:off x="2488859" y="2864487"/>
            <a:ext cx="5465485" cy="6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A359668-C266-80D4-9AD8-4520BB3E3EF9}"/>
              </a:ext>
            </a:extLst>
          </p:cNvPr>
          <p:cNvCxnSpPr>
            <a:cxnSpLocks/>
            <a:stCxn id="202" idx="3"/>
          </p:cNvCxnSpPr>
          <p:nvPr/>
        </p:nvCxnSpPr>
        <p:spPr>
          <a:xfrm flipV="1">
            <a:off x="8266673" y="2845901"/>
            <a:ext cx="3745218" cy="6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843D3052-341B-D3E7-FC5E-61E7A9F472CB}"/>
              </a:ext>
            </a:extLst>
          </p:cNvPr>
          <p:cNvSpPr/>
          <p:nvPr/>
        </p:nvSpPr>
        <p:spPr>
          <a:xfrm>
            <a:off x="2378190" y="2713891"/>
            <a:ext cx="275559" cy="2771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4692A5-30AE-5A4D-A2E8-B8F165B27A30}"/>
              </a:ext>
            </a:extLst>
          </p:cNvPr>
          <p:cNvSpPr/>
          <p:nvPr/>
        </p:nvSpPr>
        <p:spPr>
          <a:xfrm>
            <a:off x="10160178" y="2549284"/>
            <a:ext cx="1040238" cy="606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A48143-28D9-823B-95D1-8FA73960C050}"/>
              </a:ext>
            </a:extLst>
          </p:cNvPr>
          <p:cNvSpPr/>
          <p:nvPr/>
        </p:nvSpPr>
        <p:spPr>
          <a:xfrm>
            <a:off x="5729847" y="2713891"/>
            <a:ext cx="275559" cy="2771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35C598-A0D6-097F-4A27-E12B7A01D752}"/>
              </a:ext>
            </a:extLst>
          </p:cNvPr>
          <p:cNvCxnSpPr/>
          <p:nvPr/>
        </p:nvCxnSpPr>
        <p:spPr>
          <a:xfrm flipV="1">
            <a:off x="1159074" y="2841105"/>
            <a:ext cx="1219116" cy="6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A30B1B-237D-564A-1E18-049024E4E938}"/>
              </a:ext>
            </a:extLst>
          </p:cNvPr>
          <p:cNvCxnSpPr>
            <a:cxnSpLocks/>
            <a:endCxn id="5" idx="4"/>
          </p:cNvCxnSpPr>
          <p:nvPr/>
        </p:nvCxnSpPr>
        <p:spPr>
          <a:xfrm flipV="1">
            <a:off x="2515969" y="2991002"/>
            <a:ext cx="1" cy="1664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A66B845-E945-ED90-7C5F-97BF3D689BBB}"/>
              </a:ext>
            </a:extLst>
          </p:cNvPr>
          <p:cNvCxnSpPr>
            <a:cxnSpLocks/>
          </p:cNvCxnSpPr>
          <p:nvPr/>
        </p:nvCxnSpPr>
        <p:spPr>
          <a:xfrm>
            <a:off x="11435715" y="2841105"/>
            <a:ext cx="0" cy="18268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16FC1D-F523-D06F-BA0F-D041FEE62CF4}"/>
              </a:ext>
            </a:extLst>
          </p:cNvPr>
          <p:cNvCxnSpPr>
            <a:cxnSpLocks/>
          </p:cNvCxnSpPr>
          <p:nvPr/>
        </p:nvCxnSpPr>
        <p:spPr>
          <a:xfrm flipH="1">
            <a:off x="2515969" y="4667940"/>
            <a:ext cx="8919746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2754C9-7ED5-8CF7-5A1F-F85A80A46C86}"/>
              </a:ext>
            </a:extLst>
          </p:cNvPr>
          <p:cNvCxnSpPr>
            <a:cxnSpLocks/>
          </p:cNvCxnSpPr>
          <p:nvPr/>
        </p:nvCxnSpPr>
        <p:spPr>
          <a:xfrm>
            <a:off x="5867626" y="1085850"/>
            <a:ext cx="0" cy="1664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04EAAF4B-C7A6-95CB-9B40-CE095409F79E}"/>
              </a:ext>
            </a:extLst>
          </p:cNvPr>
          <p:cNvSpPr/>
          <p:nvPr/>
        </p:nvSpPr>
        <p:spPr>
          <a:xfrm>
            <a:off x="9295946" y="2713891"/>
            <a:ext cx="275559" cy="2771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7277B01-A7FF-FF3C-D7EF-FC33C13F8C73}"/>
              </a:ext>
            </a:extLst>
          </p:cNvPr>
          <p:cNvSpPr/>
          <p:nvPr/>
        </p:nvSpPr>
        <p:spPr>
          <a:xfrm>
            <a:off x="5729846" y="1534377"/>
            <a:ext cx="275559" cy="2771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073EC9-722B-541F-08E5-E0EE7A68DB77}"/>
              </a:ext>
            </a:extLst>
          </p:cNvPr>
          <p:cNvSpPr txBox="1"/>
          <p:nvPr/>
        </p:nvSpPr>
        <p:spPr>
          <a:xfrm>
            <a:off x="5574941" y="576009"/>
            <a:ext cx="800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feed forward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ECC9AB-33E9-6B39-CAF1-3176D300A7F0}"/>
              </a:ext>
            </a:extLst>
          </p:cNvPr>
          <p:cNvSpPr txBox="1"/>
          <p:nvPr/>
        </p:nvSpPr>
        <p:spPr>
          <a:xfrm>
            <a:off x="5707858" y="4203064"/>
            <a:ext cx="9732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enc. scale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0308A5-C801-C19A-6585-8B4F43666D45}"/>
              </a:ext>
            </a:extLst>
          </p:cNvPr>
          <p:cNvSpPr txBox="1"/>
          <p:nvPr/>
        </p:nvSpPr>
        <p:spPr>
          <a:xfrm>
            <a:off x="5168928" y="4839404"/>
            <a:ext cx="538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num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C51247-7CA2-D78C-7CBA-1A05D944D7B8}"/>
              </a:ext>
            </a:extLst>
          </p:cNvPr>
          <p:cNvSpPr txBox="1"/>
          <p:nvPr/>
        </p:nvSpPr>
        <p:spPr>
          <a:xfrm>
            <a:off x="5039176" y="5194447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denom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875C20-DB91-72E5-EDB6-2DD9B0DF8DE3}"/>
              </a:ext>
            </a:extLst>
          </p:cNvPr>
          <p:cNvSpPr txBox="1"/>
          <p:nvPr/>
        </p:nvSpPr>
        <p:spPr>
          <a:xfrm>
            <a:off x="6038841" y="1227419"/>
            <a:ext cx="703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Kff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69491A-8C08-BAF6-E743-35559A987914}"/>
              </a:ext>
            </a:extLst>
          </p:cNvPr>
          <p:cNvSpPr txBox="1"/>
          <p:nvPr/>
        </p:nvSpPr>
        <p:spPr>
          <a:xfrm>
            <a:off x="8596437" y="1980211"/>
            <a:ext cx="538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num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BBB6E63-9080-1746-F343-BC67CE21F14C}"/>
              </a:ext>
            </a:extLst>
          </p:cNvPr>
          <p:cNvSpPr txBox="1"/>
          <p:nvPr/>
        </p:nvSpPr>
        <p:spPr>
          <a:xfrm>
            <a:off x="8447052" y="2324195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denom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A08279-BC9F-F14F-AB7B-654E1AB617A7}"/>
              </a:ext>
            </a:extLst>
          </p:cNvPr>
          <p:cNvSpPr txBox="1"/>
          <p:nvPr/>
        </p:nvSpPr>
        <p:spPr>
          <a:xfrm>
            <a:off x="9055596" y="1389318"/>
            <a:ext cx="602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drive </a:t>
            </a:r>
          </a:p>
          <a:p>
            <a:r>
              <a:rPr lang="en-US" sz="1400" dirty="0"/>
              <a:t>scale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F47162-E12B-6C83-1DA6-5823D47AE534}"/>
              </a:ext>
            </a:extLst>
          </p:cNvPr>
          <p:cNvSpPr txBox="1"/>
          <p:nvPr/>
        </p:nvSpPr>
        <p:spPr>
          <a:xfrm>
            <a:off x="3105541" y="548483"/>
            <a:ext cx="703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Kp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0B5CD64-32F6-904A-35CF-7C97DF9CF770}"/>
              </a:ext>
            </a:extLst>
          </p:cNvPr>
          <p:cNvSpPr txBox="1"/>
          <p:nvPr/>
        </p:nvSpPr>
        <p:spPr>
          <a:xfrm>
            <a:off x="3115138" y="873165"/>
            <a:ext cx="703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Ki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BB7FFA8-DC65-E938-BCE8-8226CD4E1FF1}"/>
              </a:ext>
            </a:extLst>
          </p:cNvPr>
          <p:cNvSpPr txBox="1"/>
          <p:nvPr/>
        </p:nvSpPr>
        <p:spPr>
          <a:xfrm>
            <a:off x="3110447" y="1197847"/>
            <a:ext cx="703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DA0E49-49B7-E6CC-1F7A-CB8CE2451B02}"/>
              </a:ext>
            </a:extLst>
          </p:cNvPr>
          <p:cNvSpPr txBox="1"/>
          <p:nvPr/>
        </p:nvSpPr>
        <p:spPr>
          <a:xfrm>
            <a:off x="2615137" y="2592838"/>
            <a:ext cx="322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E00B351-8A15-ADA3-1A02-589A6438523A}"/>
              </a:ext>
            </a:extLst>
          </p:cNvPr>
          <p:cNvSpPr txBox="1"/>
          <p:nvPr/>
        </p:nvSpPr>
        <p:spPr>
          <a:xfrm>
            <a:off x="835489" y="882324"/>
            <a:ext cx="2123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outer PID: e</a:t>
            </a:r>
            <a:r>
              <a:rPr lang="en-GB" sz="1400" dirty="0"/>
              <a:t> &gt;</a:t>
            </a:r>
            <a:endParaRPr lang="en-US" sz="1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0FFAFAD-AA24-9271-5759-D9B34795C7D1}"/>
              </a:ext>
            </a:extLst>
          </p:cNvPr>
          <p:cNvSpPr txBox="1"/>
          <p:nvPr/>
        </p:nvSpPr>
        <p:spPr>
          <a:xfrm>
            <a:off x="835489" y="1205543"/>
            <a:ext cx="1494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inner PID: e</a:t>
            </a:r>
            <a:r>
              <a:rPr lang="en-GB" sz="1400" dirty="0"/>
              <a:t> </a:t>
            </a:r>
            <a:r>
              <a:rPr lang="en-CH" sz="1400" dirty="0"/>
              <a:t>&lt;</a:t>
            </a:r>
            <a:endParaRPr lang="en-US" sz="1400" dirty="0"/>
          </a:p>
        </p:txBody>
      </p:sp>
      <p:sp>
        <p:nvSpPr>
          <p:cNvPr id="89" name="Right Brace 88">
            <a:extLst>
              <a:ext uri="{FF2B5EF4-FFF2-40B4-BE49-F238E27FC236}">
                <a16:creationId xmlns:a16="http://schemas.microsoft.com/office/drawing/2014/main" id="{8A3B7C21-5172-FC33-3057-9A2BD832606C}"/>
              </a:ext>
            </a:extLst>
          </p:cNvPr>
          <p:cNvSpPr/>
          <p:nvPr/>
        </p:nvSpPr>
        <p:spPr>
          <a:xfrm>
            <a:off x="1895234" y="898934"/>
            <a:ext cx="302640" cy="64894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9F40980-48E9-7ABC-3796-48B304E419A9}"/>
              </a:ext>
            </a:extLst>
          </p:cNvPr>
          <p:cNvSpPr txBox="1"/>
          <p:nvPr/>
        </p:nvSpPr>
        <p:spPr>
          <a:xfrm>
            <a:off x="2219464" y="691171"/>
            <a:ext cx="438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tol.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524DBA3-5E8D-18A4-157F-02EA7CFF2E41}"/>
              </a:ext>
            </a:extLst>
          </p:cNvPr>
          <p:cNvSpPr txBox="1"/>
          <p:nvPr/>
        </p:nvSpPr>
        <p:spPr>
          <a:xfrm>
            <a:off x="7983951" y="3189385"/>
            <a:ext cx="945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time [cyc]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4E7E38B-12AB-7FBA-1774-37A5404C014B}"/>
              </a:ext>
            </a:extLst>
          </p:cNvPr>
          <p:cNvSpPr txBox="1"/>
          <p:nvPr/>
        </p:nvSpPr>
        <p:spPr>
          <a:xfrm>
            <a:off x="3461949" y="293196"/>
            <a:ext cx="14341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outer            inner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E8E3627-74A2-9061-8F3E-E051A1B6E71C}"/>
              </a:ext>
            </a:extLst>
          </p:cNvPr>
          <p:cNvGrpSpPr/>
          <p:nvPr/>
        </p:nvGrpSpPr>
        <p:grpSpPr>
          <a:xfrm>
            <a:off x="4278455" y="2573713"/>
            <a:ext cx="437145" cy="557466"/>
            <a:chOff x="3885937" y="5357818"/>
            <a:chExt cx="914400" cy="862417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632A168-F459-FC9A-693C-4C636733C301}"/>
                </a:ext>
              </a:extLst>
            </p:cNvPr>
            <p:cNvSpPr/>
            <p:nvPr/>
          </p:nvSpPr>
          <p:spPr>
            <a:xfrm>
              <a:off x="3885937" y="5357818"/>
              <a:ext cx="914400" cy="86241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0925533-BC86-2E5F-0801-3F487AB7AA0D}"/>
                </a:ext>
              </a:extLst>
            </p:cNvPr>
            <p:cNvCxnSpPr/>
            <p:nvPr/>
          </p:nvCxnSpPr>
          <p:spPr>
            <a:xfrm>
              <a:off x="3970821" y="6036526"/>
              <a:ext cx="23003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3232AF7-74AB-6701-AB17-0F60CCCDA3DA}"/>
                </a:ext>
              </a:extLst>
            </p:cNvPr>
            <p:cNvCxnSpPr/>
            <p:nvPr/>
          </p:nvCxnSpPr>
          <p:spPr>
            <a:xfrm>
              <a:off x="4494812" y="5517414"/>
              <a:ext cx="23003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5A62942-4D14-4F25-D175-C7D9FA7541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2486" y="5517414"/>
              <a:ext cx="302326" cy="51911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43A15D7-E581-FCC2-59F1-D34ABCF7FFF0}"/>
              </a:ext>
            </a:extLst>
          </p:cNvPr>
          <p:cNvSpPr/>
          <p:nvPr/>
        </p:nvSpPr>
        <p:spPr>
          <a:xfrm>
            <a:off x="3354668" y="3462613"/>
            <a:ext cx="474136" cy="5417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65926224-3F2C-8F9E-338F-64C21BBD79FD}"/>
              </a:ext>
            </a:extLst>
          </p:cNvPr>
          <p:cNvSpPr/>
          <p:nvPr/>
        </p:nvSpPr>
        <p:spPr>
          <a:xfrm>
            <a:off x="5025713" y="2713891"/>
            <a:ext cx="275559" cy="2771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991EEAF9-420E-7142-12CE-6B9A599E4075}"/>
              </a:ext>
            </a:extLst>
          </p:cNvPr>
          <p:cNvCxnSpPr>
            <a:cxnSpLocks/>
          </p:cNvCxnSpPr>
          <p:nvPr/>
        </p:nvCxnSpPr>
        <p:spPr>
          <a:xfrm>
            <a:off x="2967901" y="3733490"/>
            <a:ext cx="382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41259C2-A867-1944-3E83-EF7A6A7B3983}"/>
              </a:ext>
            </a:extLst>
          </p:cNvPr>
          <p:cNvSpPr/>
          <p:nvPr/>
        </p:nvSpPr>
        <p:spPr>
          <a:xfrm>
            <a:off x="3327350" y="2581569"/>
            <a:ext cx="474136" cy="5417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F4C6315-AFD9-89C9-DEA8-9E75120FE9D5}"/>
              </a:ext>
            </a:extLst>
          </p:cNvPr>
          <p:cNvSpPr/>
          <p:nvPr/>
        </p:nvSpPr>
        <p:spPr>
          <a:xfrm>
            <a:off x="3348707" y="1738886"/>
            <a:ext cx="474136" cy="5417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DD449C9B-D232-89FB-A912-F3F8FF85E92A}"/>
              </a:ext>
            </a:extLst>
          </p:cNvPr>
          <p:cNvCxnSpPr/>
          <p:nvPr/>
        </p:nvCxnSpPr>
        <p:spPr>
          <a:xfrm>
            <a:off x="2967901" y="1957033"/>
            <a:ext cx="0" cy="17865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BFA4E46-53F0-4EC5-88E9-33EED0334DDA}"/>
              </a:ext>
            </a:extLst>
          </p:cNvPr>
          <p:cNvCxnSpPr>
            <a:cxnSpLocks/>
          </p:cNvCxnSpPr>
          <p:nvPr/>
        </p:nvCxnSpPr>
        <p:spPr>
          <a:xfrm>
            <a:off x="2967901" y="1957033"/>
            <a:ext cx="382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E161DF5-28F9-40D3-B1B3-4AD7F4AFE538}"/>
              </a:ext>
            </a:extLst>
          </p:cNvPr>
          <p:cNvCxnSpPr>
            <a:cxnSpLocks/>
          </p:cNvCxnSpPr>
          <p:nvPr/>
        </p:nvCxnSpPr>
        <p:spPr>
          <a:xfrm>
            <a:off x="5163492" y="1995476"/>
            <a:ext cx="0" cy="694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120E83E-4276-877A-6F9A-DCF7B7963E77}"/>
              </a:ext>
            </a:extLst>
          </p:cNvPr>
          <p:cNvCxnSpPr>
            <a:cxnSpLocks/>
          </p:cNvCxnSpPr>
          <p:nvPr/>
        </p:nvCxnSpPr>
        <p:spPr>
          <a:xfrm>
            <a:off x="3830710" y="1995476"/>
            <a:ext cx="1332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A5717CC-F5EB-1148-49BF-0681320F2A76}"/>
              </a:ext>
            </a:extLst>
          </p:cNvPr>
          <p:cNvCxnSpPr>
            <a:cxnSpLocks/>
          </p:cNvCxnSpPr>
          <p:nvPr/>
        </p:nvCxnSpPr>
        <p:spPr>
          <a:xfrm>
            <a:off x="3813764" y="3733490"/>
            <a:ext cx="1332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3F04F801-3280-FF60-EBA1-95C15576C883}"/>
              </a:ext>
            </a:extLst>
          </p:cNvPr>
          <p:cNvCxnSpPr>
            <a:cxnSpLocks/>
          </p:cNvCxnSpPr>
          <p:nvPr/>
        </p:nvCxnSpPr>
        <p:spPr>
          <a:xfrm flipV="1">
            <a:off x="5163492" y="2993032"/>
            <a:ext cx="0" cy="760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52ED40FB-C820-4070-551F-DEA37AA25379}"/>
              </a:ext>
            </a:extLst>
          </p:cNvPr>
          <p:cNvGrpSpPr/>
          <p:nvPr/>
        </p:nvGrpSpPr>
        <p:grpSpPr>
          <a:xfrm>
            <a:off x="6503074" y="2573713"/>
            <a:ext cx="437145" cy="557466"/>
            <a:chOff x="3885937" y="5357818"/>
            <a:chExt cx="914400" cy="862417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5DD5C7B-6848-6138-075E-947EA9AE018C}"/>
                </a:ext>
              </a:extLst>
            </p:cNvPr>
            <p:cNvSpPr/>
            <p:nvPr/>
          </p:nvSpPr>
          <p:spPr>
            <a:xfrm>
              <a:off x="3885937" y="5357818"/>
              <a:ext cx="914400" cy="86241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489E0F9-292A-B20B-D6B1-BADF09D2C499}"/>
                </a:ext>
              </a:extLst>
            </p:cNvPr>
            <p:cNvCxnSpPr/>
            <p:nvPr/>
          </p:nvCxnSpPr>
          <p:spPr>
            <a:xfrm>
              <a:off x="3970821" y="6036526"/>
              <a:ext cx="23003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1FABE4C6-708B-B7FF-880D-9B03EC35DD47}"/>
                </a:ext>
              </a:extLst>
            </p:cNvPr>
            <p:cNvCxnSpPr/>
            <p:nvPr/>
          </p:nvCxnSpPr>
          <p:spPr>
            <a:xfrm>
              <a:off x="4494812" y="5517414"/>
              <a:ext cx="23003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508D6B0-7C48-DDCF-64EE-9DACAEBBDA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2486" y="5517414"/>
              <a:ext cx="302326" cy="51911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131385CF-3D4F-5869-3D7B-B2C79AF983C5}"/>
              </a:ext>
            </a:extLst>
          </p:cNvPr>
          <p:cNvCxnSpPr>
            <a:cxnSpLocks/>
          </p:cNvCxnSpPr>
          <p:nvPr/>
        </p:nvCxnSpPr>
        <p:spPr>
          <a:xfrm>
            <a:off x="8628681" y="3811302"/>
            <a:ext cx="1543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98E39359-2761-1371-0F9A-1E90FCE8DF31}"/>
              </a:ext>
            </a:extLst>
          </p:cNvPr>
          <p:cNvCxnSpPr>
            <a:cxnSpLocks/>
          </p:cNvCxnSpPr>
          <p:nvPr/>
        </p:nvCxnSpPr>
        <p:spPr>
          <a:xfrm flipV="1">
            <a:off x="7792662" y="3088076"/>
            <a:ext cx="13034" cy="2208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A01DA60C-6DFB-3D24-213D-B291D9ADC69A}"/>
              </a:ext>
            </a:extLst>
          </p:cNvPr>
          <p:cNvSpPr txBox="1"/>
          <p:nvPr/>
        </p:nvSpPr>
        <p:spPr>
          <a:xfrm>
            <a:off x="7049142" y="3816743"/>
            <a:ext cx="2141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CSV: PID freeze, Output 0</a:t>
            </a:r>
          </a:p>
          <a:p>
            <a:r>
              <a:rPr lang="en-US" sz="1400" dirty="0"/>
              <a:t>CSP-PC: PID freeze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4B20510-C4E1-957E-E1B5-18CD7918D36E}"/>
              </a:ext>
            </a:extLst>
          </p:cNvPr>
          <p:cNvSpPr txBox="1"/>
          <p:nvPr/>
        </p:nvSpPr>
        <p:spPr>
          <a:xfrm>
            <a:off x="7007492" y="3436342"/>
            <a:ext cx="511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e</a:t>
            </a:r>
            <a:r>
              <a:rPr lang="en-CH" sz="1400" dirty="0"/>
              <a:t> &lt;</a:t>
            </a:r>
            <a:endParaRPr lang="en-US" sz="1400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B9BB4F19-E21B-BAE9-CCA9-4F592C9B69B8}"/>
              </a:ext>
            </a:extLst>
          </p:cNvPr>
          <p:cNvSpPr txBox="1"/>
          <p:nvPr/>
        </p:nvSpPr>
        <p:spPr>
          <a:xfrm>
            <a:off x="7396937" y="3184380"/>
            <a:ext cx="438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tol.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05AD2133-BEE6-1A12-BEE6-951A8C36D93B}"/>
              </a:ext>
            </a:extLst>
          </p:cNvPr>
          <p:cNvSpPr txBox="1"/>
          <p:nvPr/>
        </p:nvSpPr>
        <p:spPr>
          <a:xfrm>
            <a:off x="7616695" y="2045279"/>
            <a:ext cx="58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dead</a:t>
            </a:r>
          </a:p>
          <a:p>
            <a:r>
              <a:rPr lang="en-US" sz="1400" dirty="0"/>
              <a:t>band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09C040D-11D9-1A19-13F2-AE3EC6F0F871}"/>
              </a:ext>
            </a:extLst>
          </p:cNvPr>
          <p:cNvGrpSpPr/>
          <p:nvPr/>
        </p:nvGrpSpPr>
        <p:grpSpPr>
          <a:xfrm>
            <a:off x="7642016" y="2573713"/>
            <a:ext cx="624657" cy="557466"/>
            <a:chOff x="10139613" y="726219"/>
            <a:chExt cx="624657" cy="557466"/>
          </a:xfrm>
        </p:grpSpPr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2B6C992D-6374-E1F8-C32F-284B647006D9}"/>
                </a:ext>
              </a:extLst>
            </p:cNvPr>
            <p:cNvGrpSpPr/>
            <p:nvPr/>
          </p:nvGrpSpPr>
          <p:grpSpPr>
            <a:xfrm>
              <a:off x="10139613" y="726219"/>
              <a:ext cx="624657" cy="557466"/>
              <a:chOff x="3885937" y="5357818"/>
              <a:chExt cx="914400" cy="862417"/>
            </a:xfrm>
          </p:grpSpPr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60389512-FBE5-68C2-1635-B2CBC6FA01DB}"/>
                  </a:ext>
                </a:extLst>
              </p:cNvPr>
              <p:cNvSpPr/>
              <p:nvPr/>
            </p:nvSpPr>
            <p:spPr>
              <a:xfrm>
                <a:off x="3885937" y="5357818"/>
                <a:ext cx="914400" cy="86241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88C836C0-E6B8-0388-14CE-6ABBC3692E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9975" y="5771279"/>
                <a:ext cx="360278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27D499D0-0D22-D242-16A2-48B77E56B0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40253" y="5517416"/>
                <a:ext cx="176881" cy="255002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8256725F-F188-845E-42F0-DE6EB91075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24646" y="981783"/>
              <a:ext cx="120833" cy="16483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F40E2E1-458B-1F41-7CCD-5E43C5999576}"/>
              </a:ext>
            </a:extLst>
          </p:cNvPr>
          <p:cNvCxnSpPr/>
          <p:nvPr/>
        </p:nvCxnSpPr>
        <p:spPr>
          <a:xfrm>
            <a:off x="9407946" y="3768438"/>
            <a:ext cx="10997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TextBox 219">
            <a:extLst>
              <a:ext uri="{FF2B5EF4-FFF2-40B4-BE49-F238E27FC236}">
                <a16:creationId xmlns:a16="http://schemas.microsoft.com/office/drawing/2014/main" id="{FB7B3684-5165-8D60-D2E7-15B97E333F4E}"/>
              </a:ext>
            </a:extLst>
          </p:cNvPr>
          <p:cNvSpPr txBox="1"/>
          <p:nvPr/>
        </p:nvSpPr>
        <p:spPr>
          <a:xfrm>
            <a:off x="1478235" y="3970399"/>
            <a:ext cx="945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time [cyc]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212DFFB7-1876-E09B-81BB-3F58E1646306}"/>
              </a:ext>
            </a:extLst>
          </p:cNvPr>
          <p:cNvSpPr txBox="1"/>
          <p:nvPr/>
        </p:nvSpPr>
        <p:spPr>
          <a:xfrm>
            <a:off x="962666" y="3993970"/>
            <a:ext cx="475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tol.</a:t>
            </a:r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7277D5A-3FDF-B2C0-3AFD-4BB0510FC643}"/>
              </a:ext>
            </a:extLst>
          </p:cNvPr>
          <p:cNvCxnSpPr>
            <a:cxnSpLocks/>
          </p:cNvCxnSpPr>
          <p:nvPr/>
        </p:nvCxnSpPr>
        <p:spPr>
          <a:xfrm>
            <a:off x="2275365" y="4744716"/>
            <a:ext cx="1543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208A742D-6AD3-FE28-909C-3980CD234AEE}"/>
              </a:ext>
            </a:extLst>
          </p:cNvPr>
          <p:cNvSpPr txBox="1"/>
          <p:nvPr/>
        </p:nvSpPr>
        <p:spPr>
          <a:xfrm>
            <a:off x="654176" y="4249836"/>
            <a:ext cx="511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e</a:t>
            </a:r>
            <a:r>
              <a:rPr lang="en-CH" sz="1400" dirty="0"/>
              <a:t> &lt;</a:t>
            </a:r>
            <a:endParaRPr lang="en-US" sz="14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800270C-10FF-EF57-DCCB-58A729371C22}"/>
              </a:ext>
            </a:extLst>
          </p:cNvPr>
          <p:cNvSpPr txBox="1"/>
          <p:nvPr/>
        </p:nvSpPr>
        <p:spPr>
          <a:xfrm>
            <a:off x="493672" y="3721630"/>
            <a:ext cx="1367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At target:           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7AF145DA-B1FE-A613-92B4-0D819ACDA4C4}"/>
              </a:ext>
            </a:extLst>
          </p:cNvPr>
          <p:cNvSpPr txBox="1"/>
          <p:nvPr/>
        </p:nvSpPr>
        <p:spPr>
          <a:xfrm>
            <a:off x="817576" y="498241"/>
            <a:ext cx="1367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PID sets: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4B24544-1E0B-5AA8-A26D-4001EDB5F955}"/>
              </a:ext>
            </a:extLst>
          </p:cNvPr>
          <p:cNvSpPr/>
          <p:nvPr/>
        </p:nvSpPr>
        <p:spPr>
          <a:xfrm>
            <a:off x="5965121" y="4531883"/>
            <a:ext cx="275559" cy="2771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64060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1768</TotalTime>
  <Words>76</Words>
  <Application>Microsoft Macintosh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Sandström, Anders Eric</dc:creator>
  <cp:lastModifiedBy>Sandström, Anders Eric</cp:lastModifiedBy>
  <cp:revision>13</cp:revision>
  <dcterms:created xsi:type="dcterms:W3CDTF">2026-02-20T19:22:50Z</dcterms:created>
  <dcterms:modified xsi:type="dcterms:W3CDTF">2026-02-22T17:11:09Z</dcterms:modified>
</cp:coreProperties>
</file>